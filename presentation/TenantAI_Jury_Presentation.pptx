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tenantAI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Secure multi-tenant AI knowledge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6583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EFF6FF"/>
                </a:solidFill>
                <a:latin typeface="Aptos"/>
              </a:rPr>
              <a:t>Company knowledge.
Grounded answers.
Provable isolation.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CADC5"/>
                </a:solidFill>
                <a:latin typeface="Aptos"/>
              </a:rPr>
              <a:t>An enterprise assistant that turns private documents into cited answers while enforcing the workspace boundary in the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150876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7" y="1938528"/>
            <a:ext cx="1289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2395728"/>
            <a:ext cx="1289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grounded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828800"/>
            <a:ext cx="150876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0967" y="1938528"/>
            <a:ext cx="1289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0A5FA"/>
                </a:solidFill>
                <a:latin typeface="Aptos"/>
              </a:rPr>
              <a:t>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0967" y="2395728"/>
            <a:ext cx="1289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role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63240"/>
            <a:ext cx="150876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3172968"/>
            <a:ext cx="1289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  <a:latin typeface="Aptos"/>
              </a:rPr>
              <a:t>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630168"/>
            <a:ext cx="1289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hidden 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3063240"/>
            <a:ext cx="150876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7" y="3172968"/>
            <a:ext cx="1289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OTP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967" y="3630168"/>
            <a:ext cx="1289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verified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TriCity AI Hackathon | SaaSsum AI track | jury-ready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The one-minute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What tenantAI does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35661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"/>
              </a:rPr>
              <a:t>THE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108960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Company knowledge is trapped in PDFs, manuals, and policies. Teams lose time searching, answers are hard to verify, and naive shared AI search can leak one company's information to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35661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0992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THE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21408"/>
            <a:ext cx="3108960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tenantAI gives each company a private knowledge workspace. Users upload approved material, ask natural-language questions, receive source citations, and see the answer path through audit telemetry.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474720" cy="35661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70992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THE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21408"/>
            <a:ext cx="3108960" cy="2871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The jury can switch between TechNova and GreenLeaf, compare answers, attempt a cross-tenant resource read, observe HTTP 404 with zero leaked bytes, and inspect the security event.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Why current enterprise search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problem combines productivity, trust, and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60604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01  FINDABILITY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224028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Important knowledge is distributed across manuals, policies, and operational files.
People ask the same questions repeatedly.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60604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556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02 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67128"/>
            <a:ext cx="224028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A fluent answer without a source is difficult to approve, explain, or correct.
The cost is slow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60604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556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"/>
              </a:rPr>
              <a:t>03 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224028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A shared vector search without strict ownership filters can return another company's content.
One missing predicate is enough.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00200"/>
            <a:ext cx="260604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5564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04 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67128"/>
            <a:ext cx="224028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Without audit events, operators cannot explain who asked what, which tenant was used, or whether a security probe was blocked.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tenantAI treats tenant boundaries as a core product capability, not a frontend checkbox.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The solution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A verified, tenant-scoped, citation-first AI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FF6FF"/>
                </a:solidFill>
                <a:latin typeface="Aptos"/>
              </a:rPr>
              <a:t>Every answer follows the same contract: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Verify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1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7984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863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Resolve tenant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3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Retrieve owned chunks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6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Ground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Cite or refuse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1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Write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94760"/>
            <a:ext cx="3154680" cy="12801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95020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USEFUL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78892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Natural-language search over company documents.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794760"/>
            <a:ext cx="3154680" cy="12801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95020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EXPLAINABLE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361688"/>
            <a:ext cx="278892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Answers carry document/page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794760"/>
            <a:ext cx="3154680" cy="12801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5020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DEFENSIBLE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361688"/>
            <a:ext cx="278892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Ownership and denial are testable server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Who uses tenantAI?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A shared platform with separate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7472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TENANT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3108960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Creates the workspace, manages members, reviews quotas, and inspects audit telemetry.
Jury value: shows governance, not just a chatbot.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KNOWLEDGE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3108960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Uploads approved documents, asks questions, follows citations, and revisits private conversations.
Jury value: shows daily user utility.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474720" cy="329184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8013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PLATFORM SUPERADMIN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212848"/>
            <a:ext cx="3108960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Reviews global tenant usage, provisions workspaces, and runs the controlled IDOR security simulation.
Jury value: shows SaaS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Product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MVP covers the complete knowledge-work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2606040" cy="3749039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224028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Registration
Email OTP
Verified login
JWT session
Role-based access
Unverified accounts cannot enter protected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06040" cy="3749039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21408"/>
            <a:ext cx="224028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PDF/TXT/MD uploads
Validation and quotas
Text extraction
Chunking and embeddings
PENDING / READY / FAILED
Only READY content is searchable.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54480"/>
            <a:ext cx="2606040" cy="3749039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21408"/>
            <a:ext cx="224028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Tenant-scoped RAG
Citations
Conversation history
Out-of-domain refusal
Confidence and latency
Useful answers remain traceable.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554480"/>
            <a:ext cx="2606040" cy="3749039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21408"/>
            <a:ext cx="224028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Audit logs
Usage telemetry
Tenant quotas
Admin center
IDOR simulator
Security is visible to operators.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Architecture: one system, one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browser never decides which tenant's data it may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37744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67128"/>
            <a:ext cx="201168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Accessible dashboard, auth, chat, documents, admin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00200"/>
            <a:ext cx="237744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201168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JWT verification, RBAC, tenant guards, API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00200"/>
            <a:ext cx="237744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SQLALCHEMY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67128"/>
            <a:ext cx="201168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Users, tenants, documents, chunks, conversations,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600200"/>
            <a:ext cx="237744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RAG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67128"/>
            <a:ext cx="201168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Scoped retrieval, grounded synthesis, citations, refusal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1572768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794759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867911"/>
            <a:ext cx="12435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Browser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3703320"/>
            <a:ext cx="1572768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3432" y="3794759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3867911"/>
            <a:ext cx="12435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Auth gateway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3703320"/>
            <a:ext cx="1572768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0791" y="3794759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3867911"/>
            <a:ext cx="12435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Tenant filter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4999" y="3703320"/>
            <a:ext cx="1572768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8151" y="3794759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1031" y="3867911"/>
            <a:ext cx="12435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Private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3703320"/>
            <a:ext cx="1572768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3794759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3867911"/>
            <a:ext cx="12435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RAG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3703320"/>
            <a:ext cx="1572768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3794759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3867911"/>
            <a:ext cx="12435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Audited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FF6FF"/>
                </a:solidFill>
                <a:latin typeface="Aptos"/>
              </a:rPr>
              <a:t>Invariant: tenant_id comes from verified server-side identity. Client-supplied tenant IDs are ignored for regular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Data model: where isolation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Every private relationship has an ownership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1488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17830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Company workspace
Plan and quotas
Domain
Owns private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00200"/>
            <a:ext cx="21488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556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67128"/>
            <a:ext cx="17830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Verified email
Password hash
Role
Belongs to tenant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00200"/>
            <a:ext cx="21488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556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67128"/>
            <a:ext cx="17830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Tenant-owned file
Parser status
Source metadata
Safe deletion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00200"/>
            <a:ext cx="21488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556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167128"/>
            <a:ext cx="17830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Text segment
Embedding vector
Page metadata
Tenant-scoped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600200"/>
            <a:ext cx="21488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755648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CONVERSATION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67128"/>
            <a:ext cx="17830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Owner user
Tenant relationship
Messages and citations
Private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A valid numeric ID is never enough: the authenticated tenant and, for conversations, the owning user must also match.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How grounded RAG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assistant is constrained by approved workspace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1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7984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3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Embed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3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Tenant filter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Rank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Ground prompt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Citations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03320"/>
            <a:ext cx="324612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85876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IN-DOMAIN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288036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TechNova: “What is the battery warranty?”
Returns an answer with the hardware manual citation.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703320"/>
            <a:ext cx="324612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85876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OUT-OF-DOMAIN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70248"/>
            <a:ext cx="288036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GreenLeaf: “What is the UltraBook warranty?”
Returns a refusal with no unauthorized citations.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03320"/>
            <a:ext cx="324612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85876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TRACEABILITY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70248"/>
            <a:ext cx="288036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The response preserves source title, page, excerpt, confidence, latency, and token usage for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No single control carries the whole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606040" cy="3611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240280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Email OTP verification
Bcrypt password hashing
JWT algorithm allowlist
Active-user check
Stops anonymous and unverified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06040" cy="3611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21408"/>
            <a:ext cx="2240280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SuperAdmin and tenant-admin guards
Owner checks for conversations
Tenant predicates on resources
Hidden 404 responses
Stops horizontal and vertical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2606040" cy="3611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2240280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READY-only retrieval
Private storage direction
Safe filename handling
Generic processing errors
Reduces unsafe content and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554480"/>
            <a:ext cx="2606040" cy="3611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21408"/>
            <a:ext cx="2240280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Audit events
Latency/tokens
Security simulation
Redacted admin logs
Security response headers
Makes controls provable.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The security moment: prove the IDOR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A jury can observe the control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ATTACKER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FF6FF"/>
                </a:solidFill>
                <a:latin typeface="Aptos"/>
              </a:rPr>
              <a:t>GreenLeaf attempts to fetch TechNova document #1.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Aptos"/>
              </a:rPr>
              <a:t>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F6FF"/>
                </a:solidFill>
                <a:latin typeface="Aptos"/>
              </a:rPr>
              <a:t>JWT tenant identity overrides client input. Query requires matching tenant ownership.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6596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FF6FF"/>
                </a:solidFill>
                <a:latin typeface="Aptos"/>
              </a:rPr>
              <a:t>HTTP 404
0 bytes leaked
Audit event written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407408"/>
            <a:ext cx="9875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WHY 404?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18888"/>
            <a:ext cx="9875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 hidden 404 avoids confirming that another tenant's resource exists. The denial is also recorded for the tenant's security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Authentication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Trust is established before the first protected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1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7984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3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Generate OTP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3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Hash + expire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Verify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Issue JWT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Check active user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886200"/>
            <a:ext cx="315468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04164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OTP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53128"/>
            <a:ext cx="27889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Cryptographically random code, hashed storage, five-minute expiry, attempt limit, resend cooldown.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886200"/>
            <a:ext cx="315468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04164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SESSION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53128"/>
            <a:ext cx="27889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JWT algorithm allowlist, active-user lookup, production secret length validation.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86200"/>
            <a:ext cx="315468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04164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USER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53128"/>
            <a:ext cx="27889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Clear error messages, development-log OTP fallback, and no silent success on email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Document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From file upload to searchable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3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1095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4248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Extract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5464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Chunk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Embed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9831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2983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3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Index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72016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Retrieve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19659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20574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232" y="21305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Cite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8404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D4BF"/>
                </a:solidFill>
                <a:latin typeface="Aptos"/>
              </a:rPr>
              <a:t>Supported demo formats: PDF, TXT, and 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8912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FF6FF"/>
                </a:solidFill>
                <a:latin typeface="Aptos"/>
              </a:rPr>
              <a:t>Failure behavior is explicit: unsupported type, size limit, quota, parser failure, or embedding failure.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3703320"/>
            <a:ext cx="306324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3858768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STATUS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270248"/>
            <a:ext cx="269748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PENDING → PROCESSING → READY
or FAILED with safe user-facing messaging.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One knowledge layer, multiple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Telegram worker reuses the same tenant-aware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AUTHENTICATED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108960" cy="2825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/start and login establish a tenant-aware session.
The inactivity window is sliding: authenticated activity refreshes it; 120 seconds without activity expires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KNOWLEDGE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67128"/>
            <a:ext cx="3108960" cy="2825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/chat
/documents
/upload
/conversations
/audits
/telemetry
The bot exposes the same document and chat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47472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ADMIN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67128"/>
            <a:ext cx="3108960" cy="2825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/settings
/setcompany
/setdomain
Admin-only changes, explicit upload results, generic processing errors, and command menu registration.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Observability: security becomes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Operators can answer what happened, where,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05740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5648"/>
            <a:ext cx="18379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user /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645920"/>
            <a:ext cx="205740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755648"/>
            <a:ext cx="18379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0A5FA"/>
                </a:solidFill>
                <a:latin typeface="Aptos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212848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tenant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645920"/>
            <a:ext cx="205740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1755648"/>
            <a:ext cx="18379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  <a:latin typeface="Aptos"/>
              </a:rPr>
              <a:t>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212848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action / outcome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45920"/>
            <a:ext cx="205740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1755648"/>
            <a:ext cx="183794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HOW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212848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645920"/>
            <a:ext cx="118872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59567" y="1755648"/>
            <a:ext cx="9692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0A5FA"/>
                </a:solidFill>
                <a:latin typeface="Aptos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9567" y="2212848"/>
            <a:ext cx="9692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tokens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337560"/>
            <a:ext cx="4892040" cy="16002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493008"/>
            <a:ext cx="4526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SECURITY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904487"/>
            <a:ext cx="4526279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Login, upload, deletion, chat, denied resource access, and IDOR simulation are recorded. Prompt content is not included in chat telemetry.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337560"/>
            <a:ext cx="4892040" cy="16002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93008"/>
            <a:ext cx="4526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PRIVACY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04487"/>
            <a:ext cx="4526279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Audit access is limited to tenant administrators and SuperAdmins. Email, IP addresses, and chat prompt excerpts are redacted from responses.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The 7-minute jury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A rehearsable sequence with a visible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173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Open 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Explain secure workspace 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574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Login as TechNova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Show private document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97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Ask warranty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Show grounded response and citation.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3755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3755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Switch to GreenLeaf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37559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Show a separate knowledge boundary.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7763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Ask TechNova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77639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Show refusal with no foreign citation.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177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Run IDOR 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177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Show 404 and zero leaked bytes.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79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25779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Open 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57799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CADC5"/>
                </a:solidFill>
                <a:latin typeface="Aptos"/>
              </a:rPr>
              <a:t>Show the recorded security event.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Jury demo fixtures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Use only for demonstration; rotate before real users or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TECHNOVA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Admin: admin@technova.com
Password: DemoPass123!
Knowledge: UltraBook Pro X15 hardware manual
Ask: “What is the battery warranty?”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GREENLEAF RETAIL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Admin: admin@greenleaf.com
Password: DemoPass123!
Knowledge: customer refund and return policy
Ask: “What is the return window?”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80136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PRESENTATION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21284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Do not use these credentials in production.
Use them to demonstrate isolation, citations, refusal behavior, and audit evidence.
The requested fixtures remain unchanged.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Verification before the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product is tested at the same boundaries the jury will inspect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224028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709928"/>
            <a:ext cx="2020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16712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backend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24028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09928"/>
            <a:ext cx="2020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0A5FA"/>
                </a:solidFill>
                <a:latin typeface="Apto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6712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frontend routes built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224028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1709928"/>
            <a:ext cx="2020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16712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bounds issues in deck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600200"/>
            <a:ext cx="224028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7" y="1709928"/>
            <a:ext cx="2020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404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2167128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hidden IDOR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37560"/>
            <a:ext cx="3246120" cy="15544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9300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REGRESSION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04487"/>
            <a:ext cx="28803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Auth verification, tenant document isolation, RAG citations, admin access, conversation privacy, and Telegram session expiry.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37560"/>
            <a:ext cx="3246120" cy="15544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49300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FRONTEND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04487"/>
            <a:ext cx="28803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Production TypeScript build, accessible controls, responsive flows, reduced-motion support, and role-aware navigation.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337560"/>
            <a:ext cx="3246120" cy="155448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493008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HONEST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8803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Deployment verification, object storage, OCR, async processing, and formal migrations remain roadmap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From local proof to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Production is a controlled release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Create blueprint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1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7984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3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Provision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5303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5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Set secrets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Deploy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Deploy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194560"/>
            <a:ext cx="1325880" cy="822960"/>
          </a:xfrm>
          <a:prstGeom prst="roundRect">
            <a:avLst/>
          </a:prstGeom>
          <a:solidFill>
            <a:srgbClr val="14243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2286000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2359152"/>
            <a:ext cx="99669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FF6FF"/>
                </a:solidFill>
                <a:latin typeface="Aptos"/>
              </a:rPr>
              <a:t>Smoke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94760"/>
            <a:ext cx="329184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502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RENDER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61688"/>
            <a:ext cx="292608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Frontend, FastAPI backend, PostgreSQL, and optional Telegram worker.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794760"/>
            <a:ext cx="329184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9502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REQUIRED 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61688"/>
            <a:ext cx="292608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SECRET_KEY, DATABASE_URL, CORS_ORIGINS, SMTP, AI provider keys, Telegram token.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94760"/>
            <a:ext cx="329184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9502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SMOKE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61688"/>
            <a:ext cx="2926080" cy="722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Health → register → verify → login → upload → chat → logs → isolation probe.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Security hardening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The implementation closes common multi-tenant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6060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2402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Removed hardcoded database and JWT secrets from Docker Compose.
Production now requires environment-managed values and a strong signing key.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060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21408"/>
            <a:ext cx="22402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Conversation read, append, and delete operations require both tenant ownership and owning user.
Same-tenant users cannot hijack threads.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26060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21408"/>
            <a:ext cx="22402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Logs are admin-only and redacted. Production docs are disabled. Health errors avoid raw internals. Security headers are enabled.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554480"/>
            <a:ext cx="2606040" cy="365760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709928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21408"/>
            <a:ext cx="2240280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Navigation hides audit/admin surfaces from unauthorized roles and avoids unnecessary log requests for regular users.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Why this can become a SaaS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Security and utility create a credible expansion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CUSTOMER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Reduce repeated support questions.
Shorten onboarding.
Find policy answers faster.
Keep evidence attached to decisions.
The buyer gets productivity without giving up tenant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PRICING 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6712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Per workspace
Per seat
Storage and document volume
AI query usage
Premium audit and retention
Usage telemetry makes these surfaces measurable.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6712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OCR for scanned files
Async workers
Private object storage
Slack/Teams/Telegram channels
SAML/SCIM and enterprise policy controls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Roadmap: from MVP to production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Prioritized by reliability, scale, and enterprise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Working tenant-scoped APIs
Grounded RAG and citations
OTP auth and RBAC
Audit telemetry
IDOR simulator
Accessible web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6712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Alembic migrations
Private object storage
Rate limiting and WAF
Dependency scanning
Verified Render rollout
Operational alerting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47472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75564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67128"/>
            <a:ext cx="310896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OCR and async ingestion
SAML/SCIM
Retention policies
Feedback and evaluation sets
Tenant-level model policies
Enterprise integrations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Jury questions: concise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Use these as speaking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60604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7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WHY MULTI-TENANT?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2240280" cy="3099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Because a company assistant must be useful without mixing confidential workspaces. Tenant scope is enforced in backend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60604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7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WHY RAG?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75688"/>
            <a:ext cx="2240280" cy="3099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Company knowledge changes. Retrieval grounds answers in approved documents and provides evidence instead of relying on model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260604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64207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HOW PROVE SECURITY?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75688"/>
            <a:ext cx="2240280" cy="3099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Run the IDOR simulator, observe 404 and zero leaked bytes, then inspect the audit event and tenant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508760"/>
            <a:ext cx="260604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64207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WHAT NEXT?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75688"/>
            <a:ext cx="2240280" cy="3099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Complete production infrastructure: migrations, storage, async processing, OCR, rate limiting, and verified deployment.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CADC5"/>
                </a:solidFill>
                <a:latin typeface="Aptos"/>
              </a:rPr>
              <a:t>Make the answer useful. Make the boundary provable.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CADC5"/>
                </a:solidFill>
                <a:latin typeface="Aptos"/>
              </a:rPr>
              <a:t>tenantAI  |  TriCity AI Hackathon  |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F6FF"/>
                </a:solidFill>
                <a:latin typeface="Aptos"/>
              </a:rPr>
              <a:t>tenantAI is not only a chatbot.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DD4BF"/>
                </a:solidFill>
                <a:latin typeface="Aptos"/>
              </a:rPr>
              <a:t>It is a secure knowledge operating layer for companies that need speed, evidence, and separation.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069080"/>
            <a:ext cx="210312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4178808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Aptos"/>
              </a:rPr>
              <a:t>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4636008"/>
            <a:ext cx="188366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grounded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069080"/>
            <a:ext cx="210312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4178808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0A5FA"/>
                </a:solidFill>
                <a:latin typeface="Aptos"/>
              </a:rPr>
              <a:t>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4636008"/>
            <a:ext cx="188366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tenant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069080"/>
            <a:ext cx="2103120" cy="1005840"/>
          </a:xfrm>
          <a:prstGeom prst="roundRect">
            <a:avLst/>
          </a:prstGeom>
          <a:solidFill>
            <a:srgbClr val="14243E"/>
          </a:solidFill>
          <a:ln>
            <a:solidFill>
              <a:srgbClr val="2E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4178808"/>
            <a:ext cx="188366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BBF24"/>
                </a:solidFill>
                <a:latin typeface="Aptos"/>
              </a:rPr>
              <a:t>PROVABLE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4636008"/>
            <a:ext cx="188366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CADC5"/>
                </a:solidFill>
                <a:latin typeface="Aptos"/>
              </a:rPr>
              <a:t>audit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CADC5"/>
                </a:solidFill>
                <a:latin typeface="Aptos"/>
              </a:rPr>
              <a:t>Thank you | Live demo begins with TechNova login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