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tenantAI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Secure multi-tenant AI knowledge platform | Hackathon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5EDF7"/>
                </a:solidFill>
                <a:latin typeface="Aptos"/>
              </a:rPr>
              <a:t>Company knowledge, grounded answers, and tenant isolation in one workspace.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06324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DD4BF"/>
                </a:solidFill>
                <a:latin typeface="Aptos"/>
              </a:rPr>
              <a:t>FastAPI + SQLAlchemy + Next.js + tenant-scoped RAG + security telemetry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893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ptos"/>
              </a:rPr>
              <a:t>TriCity AI Hackathon | SaaSsum AI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Enterprise knowledge is valuable only when it is findable and isolated.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30175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Fragmented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Teams search across PDFs, manuals, and policies with no consistent answer path.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74720" cy="30175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Slow decisions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Manual document review consumes time and makes answers difficult to audit.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45920"/>
            <a:ext cx="3474720" cy="30175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Isolation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402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 shared retrieval layer can expose another company's private information.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A secure assistant for each company's own knowledge boundary.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3383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Register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Create a company workspace and verify the administrator email with a six-digit OTP.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3383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Retrieve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Search only READY documents belonging to the authenticated tenant.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3383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105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24028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Return grounded responses with document and page citations plus audit telemetry.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Who benefits?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One platform supports several enterprise personas without mixing their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32461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Company administrator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3108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Creates the workspace, manages members, reviews usage, and monitors security events.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74720" cy="32461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Knowledge worker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108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Uploads approved material, asks natural-language questions, and reuses conversation history.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45920"/>
            <a:ext cx="3474720" cy="32461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Platform operator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40280"/>
            <a:ext cx="3108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Uses SuperAdmin analytics, tenant summaries, quotas, and the live IDOR simulator.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4864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Aptos"/>
              </a:rPr>
              <a:t>Value: faster answers, fewer repeated support questions, and evidence that each answer stayed inside the correct workspace.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Product surfaces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The MVP is organized around the full knowledge-work lifecycle.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600200"/>
            <a:ext cx="2606040" cy="35661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647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Authentication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224028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Registration
Email OTP verification
Verified login
JWT session
Role-based access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600200"/>
            <a:ext cx="2606040" cy="35661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7647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Knowledge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194560"/>
            <a:ext cx="224028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PDF/TXT upload
File validation
Text extraction
Chunking
Document lifecycle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600200"/>
            <a:ext cx="2606040" cy="35661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7647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AI workspace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194560"/>
            <a:ext cx="224028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Grounded chat
Similarity retrieval
Page citations
Conversation history
Out-of-domain refusal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600200"/>
            <a:ext cx="2606040" cy="35661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17647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194560"/>
            <a:ext cx="224028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Audit logs
Latency and token telemetry
Tenant quotas
Admin center
IDOR simulator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Shared backend and database; tenant identity is derived from authenticated state.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2377440" cy="1234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647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Next.js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Dark-first web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600200"/>
            <a:ext cx="2377440" cy="1234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7647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FastAPI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194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Auth, RBAC, tenant guards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600200"/>
            <a:ext cx="2377440" cy="1234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647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SQLAlchemy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194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Shared relational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32520" y="1600200"/>
            <a:ext cx="2377440" cy="1234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7647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RAG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Scoped retrieval + citations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49039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DD4BF"/>
                </a:solidFill>
                <a:latin typeface="Aptos"/>
              </a:rPr>
              <a:t>Frontend → API gateway → database and document storage → RAG engine → grounded response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5488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E5EDF7"/>
                </a:solidFill>
                <a:latin typeface="Aptos"/>
              </a:rPr>
              <a:t>All tenant-sensitive paths validate ownership server-side; frontend IDs are never trusted.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Workflow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Document Upload → File Validation → Extraction → Chunking → Embeddings → Tenant-Scoped Indexing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Upload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0552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30552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Validate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2424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75304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5304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Extract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37176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0056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0056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Chunk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1928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Embed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80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Index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71432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2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2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Retrieve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16184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99064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9064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1480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5EDF7"/>
                </a:solidFill>
                <a:latin typeface="Aptos"/>
              </a:rPr>
              <a:t>Processing status is persisted as PENDING / PROCESSING / READY / FAILED with safe retry visibility.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Security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Verified identity and server-side scoping protect every workspace.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3474720" cy="33375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Email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310896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OTP is cryptographically random, hashed at rest, expires after five minutes, and is rate limited.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474720" cy="33375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Tenant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Documents, chunks, conversations, logs, and retrieval queries require the authenticated tenant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00200"/>
            <a:ext cx="3474720" cy="33375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Auditability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94560"/>
            <a:ext cx="310896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Login, upload, deletion, query, and cross-tenant probes are recorded for review.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Security proof: the IDOR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The project demonstrates prevention, not only a security claim.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DD4BF"/>
                </a:solidFill>
                <a:latin typeface="Aptos"/>
              </a:rPr>
              <a:t>Attacker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E5EDF7"/>
                </a:solidFill>
                <a:latin typeface="Aptos"/>
              </a:rPr>
              <a:t>GreenLeaf user attempts to fetch TechNova document ID #1.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DD4BF"/>
                </a:solidFill>
                <a:latin typeface="Aptos"/>
              </a:rPr>
              <a:t>Server enforcement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011680"/>
            <a:ext cx="3200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5EDF7"/>
                </a:solidFill>
                <a:latin typeface="Aptos"/>
              </a:rPr>
              <a:t>JWT tenant identity overrides client-supplied IDs and applies tenant filters to the query.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DD4BF"/>
                </a:solidFill>
                <a:latin typeface="Aptos"/>
              </a:rPr>
              <a:t>Observed 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0116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E5EDF7"/>
                </a:solidFill>
                <a:latin typeface="Aptos"/>
              </a:rPr>
              <a:t>HTTP 404
0 bytes leaked
cross_tenant_denied audit event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2064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DD4BF"/>
                </a:solidFill>
                <a:latin typeface="Aptos"/>
              </a:rPr>
              <a:t>404 instead of 403 also avoids revealing whether another tenant's resource exists.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RAG behavior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Answers are constrained by the verified workspace knowledge base.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1. Retrieve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The query is embedded and compared against chunks from READY documents in the caller's tenant only.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2. Ground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Relevant chunks are passed as context to the response layer; unsupported claims are not treated as facts.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3. Cite or refuse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The answer includes document/page evidence or explicitly refuses when the workspace has no support.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486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Aptos"/>
              </a:rPr>
              <a:t>Example: GreenLeaf can answer its 30-day return policy, but cannot answer TechNova's laptop warranty question.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Live demo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Use real data and label anything not yet deployed.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1  Register company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2  Verify OTP from SMTP or development 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3  Upload a PDF/TXT/MD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4  Ask a grounded question and inspect citations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5  Register a second company and verify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15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DD4BF"/>
                </a:solidFill>
                <a:latin typeface="Aptos"/>
              </a:rPr>
              <a:t>Optional follow-up: connect the same tenant-scoped APIs to a Telegram worker after deployment.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Demo credentials and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Use these legacy fixtures only for the jury walkthrough; do not use them in production.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3474720" cy="342900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TechNova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3108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Admin: admin@technova.com
Password: DemoPass123!
Knowledge: UltraBook Pro X15 hardware manual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474720" cy="342900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GreenLeaf Retail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Admin: admin@greenleaf.com
Password: DemoPass123!
Knowledge: customer refund and return policy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00200"/>
            <a:ext cx="3474720" cy="342900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Best demo sequence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94560"/>
            <a:ext cx="3108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Login as TechNova → ask a warranty question → switch to GreenLeaf → verify TechNova data is invisible → run the IDOR simulator.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2356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Aptos"/>
              </a:rPr>
              <a:t>These accounts are presentation fixtures and intentionally remain unchanged by request.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Deployment and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Move from local proof to a repeatable production setup.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3474720" cy="342900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Local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3108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Next.js at :3000
FastAPI at :8001
SQLite for zero-dependency development
Pytest for API and isolation checks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474720" cy="342900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Production 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Render frontend + backend
Managed PostgreSQL/pgvector
SMTP provider
Persistent object storage
Environment-managed secrets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00200"/>
            <a:ext cx="3474720" cy="342900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Release gates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94560"/>
            <a:ext cx="3108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Health endpoint
Strict CORS
No development reload
Registration and OTP test
Tenant isolation regression test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API and 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The platform exposes clear boundaries for UI, integrations, and operators.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3474720" cy="34747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Auth APIs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register
verify-email
resend-verification
login
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474720" cy="34747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Knowledge APIs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documents
upload
inspect/delete document
chat message
conversation history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00200"/>
            <a:ext cx="3474720" cy="34747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Operator APIs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9456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logs and telemetry
admin stats
tenant summaries
provision tenants
security simulation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2356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DD4BF"/>
                </a:solidFill>
                <a:latin typeface="Aptos"/>
              </a:rPr>
              <a:t>Every sensitive operation is measurable: actor, tenant, action, outcome, latency, and resource context.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Evaluation snapshot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How the implementation maps to a jury rubric.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3474720" cy="3520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Working MVP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Authentication, document upload, RAG chat, citations, tenant dashboards, logs, and an interactive security demo.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474720" cy="3520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Differentiation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Security is visible and testable: out-of-domain refusal, tenant-scoped retrieval, 404 IDOR protection, and audit evidence.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00200"/>
            <a:ext cx="3474720" cy="3520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94560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Reusable company knowledge, faster support decisions, lower information risk, and a path to per-tenant SaaS pricing.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Aptos"/>
              </a:rPr>
              <a:t>Honest status: deployment verification, object storage, OCR, and formal migrations remain production follow-up 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Data model and isolation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Tenant identity is carried through every relationship that contains private knowledge.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2148840" cy="36118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1907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Tenant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78308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Company workspace
Slug and quota
Admin membership
Owns all private records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1554480"/>
            <a:ext cx="2148840" cy="36118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1800" y="171907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2148840"/>
            <a:ext cx="178308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Email and password hash
Verified status
Role: admin/user
Belongs to one tenant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1554480"/>
            <a:ext cx="2148840" cy="36118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71907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Document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148840"/>
            <a:ext cx="178308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Tenant-owned file
PENDING → READY
Parser metadata
Safe deletion boundary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1554480"/>
            <a:ext cx="2148840" cy="36118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171907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Chunks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148840"/>
            <a:ext cx="178308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Text segments
Embedding vectors
Page/source metadata
Tenant-scoped retrieval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46920" y="1554480"/>
            <a:ext cx="2148840" cy="36118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9800" y="171907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Conversation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2148840"/>
            <a:ext cx="178308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Tenant-owned thread
Messages and citations
Audit-linked question
No cross-tenant joins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623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Aptos"/>
              </a:rPr>
              <a:t>Security invariant: a valid resource ID is not sufficient; the authenticated tenant must also own the resource.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Request security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A typical chat request is authorized before retrieval or generation.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920240"/>
            <a:ext cx="1371600" cy="15087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08483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14600"/>
            <a:ext cx="100584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JWT
verified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75688" y="1920240"/>
            <a:ext cx="1371600" cy="15087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58568" y="208483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2514600"/>
            <a:ext cx="100584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User + role
loaded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39896" y="1920240"/>
            <a:ext cx="1371600" cy="15087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22776" y="208483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22776" y="2514600"/>
            <a:ext cx="100584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Tenant ID
resolved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04104" y="1920240"/>
            <a:ext cx="1371600" cy="15087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86984" y="208483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86984" y="2514600"/>
            <a:ext cx="100584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Documents
filtered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8312" y="1920240"/>
            <a:ext cx="1371600" cy="15087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1192" y="208483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1192" y="2514600"/>
            <a:ext cx="100584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Chunks
retrieved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19" y="1920240"/>
            <a:ext cx="1371600" cy="15087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399" y="208483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399" y="2514600"/>
            <a:ext cx="100584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Answer +
citations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96728" y="1920240"/>
            <a:ext cx="1371600" cy="15087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79607" y="208483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9607" y="2514600"/>
            <a:ext cx="100584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Audit
written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2519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E5EDF7"/>
                </a:solidFill>
                <a:latin typeface="Aptos"/>
              </a:rPr>
              <a:t>Client input: question only. Tenant identity, ownership, and authorization are server decisions.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Aptos"/>
              </a:rPr>
              <a:t>Failure paths are explicit: 401 unauthenticated, 403 insufficient role, 404 hidden cross-tenant resource, or a grounded refusal.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Telegram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The bot uses the same tenant-scoped backend concepts instead of creating a second data silo.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3474720" cy="3520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Authentication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/start and login flow
Tenant-aware Telegram session
120-second sliding inactivity timeout
Session state persisted in the database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474720" cy="3520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Commands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/chat
/documents
/upload
/conversations
/audits
/telemetry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00200"/>
            <a:ext cx="3474720" cy="3520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Administration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94560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/settings
/setcompany
/setdomain
Admin-only settings changes
Friendly upload success/failure responses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2356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DD4BF"/>
                </a:solidFill>
                <a:latin typeface="Aptos"/>
              </a:rPr>
              <a:t>Operational rule: every authenticated command refreshes activity; only inactivity expires the session.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Quality and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Evidence used to reduce regression risk before the jury demo.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3474720" cy="34747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Backend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Authentication and verification
Tenant authorization
Admin access
Document lifecycle
RAG citations
Telegram session expiry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474720" cy="34747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Frontend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Production build
16 generated routes
Accessible labels and focus states
Responsive landing/auth flows
Reduced-motion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00200"/>
            <a:ext cx="3474720" cy="34747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Operational checks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9456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Health endpoint
Strict CORS defaults
Production reload disabled
Generic user-facing failures
Diff and presentation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2356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DD4BF"/>
                </a:solidFill>
                <a:latin typeface="Aptos"/>
              </a:rPr>
              <a:t>The demo separates verified behavior from roadmap items so the jury can evaluate the working MVP honestly.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Render deployment runbook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A repeatable path from the repository to a public demo environment.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E5EDF7"/>
                </a:solidFill>
                <a:latin typeface="Aptos"/>
              </a:rPr>
              <a:t>1  Create 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Aptos"/>
              </a:rPr>
              <a:t>Select the repository and apply render.yaml.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E5EDF7"/>
                </a:solidFill>
                <a:latin typeface="Aptos"/>
              </a:rPr>
              <a:t>2  Configure secrets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Aptos"/>
              </a:rPr>
              <a:t>DATABASE_URL, SECRET_KEY, CORS_ORIGINS, SMTP, and Telegram token.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E5EDF7"/>
                </a:solidFill>
                <a:latin typeface="Aptos"/>
              </a:rPr>
              <a:t>3  Seed and verify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Aptos"/>
              </a:rPr>
              <a:t>Run the explicit jury seed command, then test health, login, upload, chat, and logs.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1554480"/>
            <a:ext cx="4754880" cy="3383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71907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Production checklist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148840"/>
            <a:ext cx="4389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Frontend URL added to backend CORS
Managed PostgreSQL connected
Persistent file storage selected
SMTP delivery verified
Secrets stored in Render, not Git
Worker health and logs monitored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692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DD4BF"/>
                </a:solidFill>
                <a:latin typeface="Aptos"/>
              </a:rPr>
              <a:t>Deployment is an operator-controlled step; no paid or irreversible action is performed by the application.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Risks and mitigations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The design acknowledges what can fail and how the platform responds.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3474720" cy="3520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Hallucination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Mitigation: tenant-scoped retrieval, grounded prompts, citations, and explicit out-of-domain refusal.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474720" cy="3520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Data leakage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Mitigation: server-side tenant filters, hidden 404 responses, role guards, audit events, and IDOR simulation.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00200"/>
            <a:ext cx="3474720" cy="3520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Production scale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94560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Mitigation roadmap: Alembic migrations, object storage, async workers, OCR, rate limits, and managed observability.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2356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DD4BF"/>
                </a:solidFill>
                <a:latin typeface="Aptos"/>
              </a:rPr>
              <a:t>Security is treated as a product feature and an observable operating process, not a UI promise.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Jury questions: concise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Use this slide as a speaker prompt during evaluation.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554480"/>
            <a:ext cx="2606040" cy="365760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Why multi-tenant?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2240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 company assistant must be useful without mixing confidential workspaces. Tenant scope is enforced in backend queries.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554480"/>
            <a:ext cx="2606040" cy="365760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71907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Why RAG?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148840"/>
            <a:ext cx="2240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Company policies change. Retrieval grounds answers in the latest approved documents instead of model memory.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554480"/>
            <a:ext cx="2606040" cy="365760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71907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How do you prove security?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148840"/>
            <a:ext cx="2240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Run the IDOR simulator, observe 404 and zero leaked bytes, then inspect the audit event.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554480"/>
            <a:ext cx="2606040" cy="365760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171907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What is next?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148840"/>
            <a:ext cx="2240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Production migrations, storage, OCR, async processing, and verified Render rollout.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Conclusion and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Secure foundations first; integrate only what can be verified.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Tenant-scoped FastAPI APIs, grounded RAG, OTP registration, dark-first auth UI, audit telemetry.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Complete Telegram account linking and 120-second session enforcement on a shared bot service.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Future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Async workers, OCR, object storage, richer feedback/export, and managed deployment verification.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DD4BF"/>
                </a:solidFill>
                <a:latin typeface="Aptos"/>
              </a:rPr>
              <a:t>Build trust into the architecture, then make the demo visible.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