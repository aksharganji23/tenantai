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SaaSsum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Multi-tenant AI chatbot platform | Hackathon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5EDF7"/>
                </a:solidFill>
                <a:latin typeface="Aptos"/>
              </a:rPr>
              <a:t>Company knowledge, grounded answers, and tenant isolation in one workspace.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D4BF"/>
                </a:solidFill>
                <a:latin typeface="Aptos"/>
              </a:rPr>
              <a:t>Production direction: FastAPI + SQLAlchemy + Next.js + tenant-scoped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Implemented surfaces are distinguished from follow-up integration 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Enterprise knowledge is valuable only when it is findable and isolated.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Fragmented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Teams search across PDFs, manuals, and policies with no consistent answer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Slow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Manual document review consumes time and makes answers difficult to audit.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01752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Isolation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 shared retrieval layer can expose another company's private 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A secure assistant for each company's own knowledge boundary.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Create a company workspace and verify the administrator email with a six-digit OTP.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Retrieve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Search only READY documents belonging to the authenticated tenant.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3383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4028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Return grounded responses with document and page citations plus audit telemetry.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Shared backend and database; tenant identity is derived from authenticated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Next.js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Dark-first web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Auth, RBAC, tenant guards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SQLAlchemy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Shared relational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1600200"/>
            <a:ext cx="2377440" cy="12344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764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Scoped retrieval + citations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DD4BF"/>
                </a:solidFill>
                <a:latin typeface="Aptos"/>
              </a:rPr>
              <a:t>Frontend → API gateway → database and document storage → RAG engine → grounded response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5EDF7"/>
                </a:solidFill>
                <a:latin typeface="Aptos"/>
              </a:rPr>
              <a:t>All tenant-sensitive paths validate ownership server-side; frontend IDs are never trusted.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Workflow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Document Upload → File Validation → Extraction → Chunking → Embeddings → Tenant-Scoped Indexing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055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055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Validate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242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Extract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37176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0056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Chunk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Embed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71432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2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Retrieve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16184" y="2011680"/>
            <a:ext cx="1143000" cy="109728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99064" y="2176272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9064" y="2606040"/>
            <a:ext cx="77724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5EDF7"/>
                </a:solidFill>
                <a:latin typeface="Aptos"/>
              </a:rPr>
              <a:t>Processing status is persisted as PENDING / PROCESSING / READY / FAILED with safe retry visibility.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Security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Verified identity and server-side scoping protect every workspace.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Email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OTP is cryptographically random, hashed at rest, expires after five minutes, and is rate limited.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Tenant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Documents, chunks, conversations, logs, and retrieval queries require the authenticated tenant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474720" cy="333756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647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Auditability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10896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Login, upload, deletion, query, and cross-tenant probes are recorded for review.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Use real data and label anything not yet deployed.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1  Register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2  Verify OTP from SMTP or development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3  Upload a PDF/TXT/MD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4  Ask a grounded question and inspect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5EDF7"/>
                </a:solidFill>
                <a:latin typeface="Aptos"/>
              </a:rPr>
              <a:t>5  Register a second company and verify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15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Aptos"/>
              </a:rPr>
              <a:t>Telegram bot: integration point documented; no fabricated bot or token.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Deployment and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Prepare production infrastructure without performing paid or irreversible 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Frontend and backend containers, managed PostgreSQL, persistent document storage, SMTP provider.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19 existing backend tests pass, including tenant isolation, RAG citations, admin access, and uploads.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Operator checklist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Set secrets, CORS, storage, health checks, migrations, and verify registration before launch.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5EDF7"/>
                </a:solidFill>
                <a:latin typeface="Aptos"/>
              </a:rPr>
              <a:t>Conclusion and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Secure foundations first; integrate only what can be verified.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Tenant-scoped FastAPI APIs, grounded RAG, OTP registration, dark-first auth UI, audit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Complete Telegram account linking and 120-second session enforcement on a shared bot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474720" cy="3291840"/>
          </a:xfrm>
          <a:prstGeom prst="roundRect">
            <a:avLst/>
          </a:prstGeom>
          <a:solidFill>
            <a:srgbClr val="111A2D"/>
          </a:solidFill>
          <a:ln>
            <a:solidFill>
              <a:srgbClr val="2D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105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Aptos"/>
              </a:rPr>
              <a:t>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DF7"/>
                </a:solidFill>
                <a:latin typeface="Aptos"/>
              </a:rPr>
              <a:t>Async workers, OCR, object storage, richer feedback/export, and managed deployment verification.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DD4BF"/>
                </a:solidFill>
                <a:latin typeface="Aptos"/>
              </a:rPr>
              <a:t>Build trust into the architecture, then make the demo visible.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