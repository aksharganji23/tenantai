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tenantAI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Secure multi-tenant AI knowledge platform |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5EDF7"/>
                </a:solidFill>
                <a:latin typeface="Aptos"/>
              </a:rPr>
              <a:t>Company knowledge, grounded answers, and tenant isolation in one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D4BF"/>
                </a:solidFill>
                <a:latin typeface="Aptos"/>
              </a:rPr>
              <a:t>FastAPI + SQLAlchemy + Next.js + tenant-scoped RAG + security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5EDF7"/>
                </a:solidFill>
                <a:latin typeface="Aptos"/>
              </a:rPr>
              <a:t>The product turns scattered company documents into a searchable, auditable assistant without making privacy a configuration afterthought.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TriCity AI Hackathon | SaaSsum AI track | MVP built for a jury-verifiable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Enterprise knowledge is valuable only when it is findable and isolated.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74720" cy="30175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Fragmented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Teams search across PDFs, manuals, and policies with no consistent answer path.
Impact: duplicated effort, inconsistent guidance, and slow onboarding.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0175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Slow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Manual document review consumes time and makes answers difficult to audit.
Impact: support teams spend time finding facts instead of acting on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474720" cy="30175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Isolation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240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 shared retrieval layer can expose another company's private information.
Impact: one IDOR or missing filter can become a multi-tenant breach.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secure assistant for each company's own knowledge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383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Create a company workspace and verify the administrator email with a six-digit OTP.
Control: unverified accounts cannot log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383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Search only READY documents belonging to the authenticated tenant.
Control: tenant scope is applied server-side, not taken from the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3383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Return grounded responses with document and page citations plus audit telemetry.
Control: unsupported questions receive an explicit refusal.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Who benefits?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One platform supports several enterprise personas without mixing their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74720" cy="32461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Company 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Creates the workspace, manages members, reviews usage, and monitors security events.
Success signal: clear ownership and faster policy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2461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Knowledge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Uploads approved material, asks natural-language questions, and reuses conversation history.
Success signal: answer plus citation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474720" cy="32461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Platform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240280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Uses SuperAdmin analytics, tenant summaries, quotas, and the live IDOR simulator.
Success signal: usage and risk are visible, not hidden.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Aptos"/>
              </a:rPr>
              <a:t>Value: faster answers, fewer repeated support questions, and evidence that each answer stayed inside the correct workspace.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Product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MVP is organized around the full knowledge-work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606040" cy="35661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2402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Registration
Email OTP verification
Verified login
JWT session
Role-based access
Outcome: trusted identity before data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00200"/>
            <a:ext cx="2606040" cy="35661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647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2402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PDF/TXT upload
File validation
Text extraction
Chunking
Document lifecycle status
Outcome: searchable source material.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2606040" cy="35661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647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AI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22402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Grounded chat
Similarity retrieval
Page citations
Conversation history
Out-of-domain refusal
Outcome: useful and explainable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00200"/>
            <a:ext cx="2606040" cy="35661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647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94560"/>
            <a:ext cx="22402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Audit logs
Latency and token telemetry
Tenant quotas
Admin center
IDOR simulator
Outcome: operators can prove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Shared backend and database; tenant identity is derived from authenticated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377440" cy="1234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Dark-first web dashboard
Accessible auth and tenant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00200"/>
            <a:ext cx="2377440" cy="1234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Auth, RBAC, tenant guards
Health and API boundaries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00200"/>
            <a:ext cx="2377440" cy="1234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SQLAlchemy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Shared relational data
Ownership and status relationships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600200"/>
            <a:ext cx="2377440" cy="1234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94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Scoped retrieval + citations
Grounded response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Aptos"/>
              </a:rPr>
              <a:t>Frontend → API gateway → database and document storage → RAG engine → grounded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5EDF7"/>
                </a:solidFill>
                <a:latin typeface="Aptos"/>
              </a:rPr>
              <a:t>All tenant-sensitive paths validate ownership server-side; frontend IDs are never trusted. The shared database is safe because every sensitive query carries the authenticated tenant boundary.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Workflow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Document Upload → File Validation → Extraction → Chunking → Embeddings → Tenant-Scoped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7672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Extract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37176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0056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Chunk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Embed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80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1432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Retrieve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16184" y="2011680"/>
            <a:ext cx="1143000" cy="1097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99064" y="21762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99064" y="2606040"/>
            <a:ext cx="777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148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5EDF7"/>
                </a:solidFill>
                <a:latin typeface="Aptos"/>
              </a:rPr>
              <a:t>Processing status is persisted as PENDING / PROCESSING / READY / FAILED with safe retry visibility. Unsupported formats, quotas, and parser failures produce explicit user-facing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Verified identity and server-side scoping protect every workspace.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3375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Email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OTP is cryptographically random, hashed at rest, expires after five minutes, and is rate limited.
Evidence: only verified users receive login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3375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Tenant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Documents, chunks, conversations, logs, and retrieval queries require the authenticated tenant scope.
Evidence: cross-tenant resources return hidden 404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3375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Login, upload, deletion, query, and cross-tenant probes are recorded for review.
Evidence: `/logs` shows action, outcome, actor, and tenant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Security proof: the IDOR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project demonstrates prevention, not only a security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Attacker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5EDF7"/>
                </a:solidFill>
                <a:latin typeface="Aptos"/>
              </a:rPr>
              <a:t>GreenLeaf user attempts to fetch TechNova document ID #1.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Server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EDF7"/>
                </a:solidFill>
                <a:latin typeface="Aptos"/>
              </a:rPr>
              <a:t>JWT tenant identity overrides client-supplied IDs and applies tenant filters to the query.
The attacker cannot select a different tenant by changing a URL or request body.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Observed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5EDF7"/>
                </a:solidFill>
                <a:latin typeface="Aptos"/>
              </a:rPr>
              <a:t>HTTP 404
0 bytes leaked
cross_tenant_denied audit event
The response avoids confirming another tenant's resource.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DD4BF"/>
                </a:solidFill>
                <a:latin typeface="Aptos"/>
              </a:rPr>
              <a:t>404 instead of 403 also avoids revealing whether another tenant's resource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RAG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Answers are constrained by the verified workspace knowledge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74720" cy="32918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1. Retrieve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The query is embedded and compared against chunks from READY documents in the caller's tenant only.
Filter: tenant ID + document status + relevance.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2918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2. 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Relevant chunks are passed as context to the response layer; unsupported claims are not treated as facts.
Traceability: source text and page metadata stay attached.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474720" cy="32918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3. Cite or refuse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240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The answer includes document/page evidence or explicitly refuses when the workspace has no support.
Safety: absence of evidence is communicated instead of invented.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Aptos"/>
              </a:rPr>
              <a:t>Example: GreenLeaf can answer its 30-day return policy, but cannot answer TechNova's laptop warranty question.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Live demo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Use real data and label anything not yet deployed.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EDF7"/>
                </a:solidFill>
                <a:latin typeface="Aptos"/>
              </a:rPr>
              <a:t>1  Register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EDF7"/>
                </a:solidFill>
                <a:latin typeface="Aptos"/>
              </a:rPr>
              <a:t>2  Verify OTP from SMTP or development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EDF7"/>
                </a:solidFill>
                <a:latin typeface="Aptos"/>
              </a:rPr>
              <a:t>3  Upload a PDF/TXT/MD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EDF7"/>
                </a:solidFill>
                <a:latin typeface="Aptos"/>
              </a:rPr>
              <a:t>4  Ask a grounded question and inspect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EDF7"/>
                </a:solidFill>
                <a:latin typeface="Aptos"/>
              </a:rPr>
              <a:t>5  Register a second company and verify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Aptos"/>
              </a:rPr>
              <a:t>6  Open logs and explain the evidence: actor, tenant, action, result, latency, and citations.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Aptos"/>
              </a:rPr>
              <a:t>Optional follow-up: connect the same tenant-scoped APIs to a Telegram worker after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Demo credentials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Use these legacy fixtures only for the jury walkthrough; do not use them in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4290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TechNova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Admin: admin@technova.com
Password: DemoPass123!
Knowledge: UltraBook Pro X15 hardware manual
Ask: “What is the battery warranty?”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4290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GreenLeaf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Admin: admin@greenleaf.com
Password: DemoPass123!
Knowledge: customer refund and return policy
Ask: “What is the return window?”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4290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Best demo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Login as TechNova → ask a warranty question → inspect citation → switch to GreenLeaf → verify invisibility → run the IDOR simulator → inspect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These accounts are presentation fixtures and intentionally remain unchanged by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Deployment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Move from local proof to a repeatable production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4290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Local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Next.js at :3000
FastAPI at :8001
SQLite for zero-dependency development
Pytest for API and isolation checks
Fast feedback: run frontend and backend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4290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Production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Render frontend + backend
Managed PostgreSQL/pgvector
SMTP provider
Persistent object storage
Environment-managed secrets
Scale path: worker service for async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4290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Release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Health endpoint
Strict CORS
No development reload
Registration and OTP test
Tenant isolation regression test
Gate: no deployment is called complete until login and chat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API and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platform exposes clear boundaries for UI, integrations, and operators.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4747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Auth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register
verify-email
resend-verification
login
me
Boundary: public registration ends at verified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4747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Knowledge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documents
upload
inspect/delete document
chat message
conversation history
Boundary: all resources resolve through tenant ownership.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4747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Operator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logs and telemetry
admin stats
tenant summaries
provision tenants
security simulation
Boundary: global views require SuperAdmin 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D4BF"/>
                </a:solidFill>
                <a:latin typeface="Aptos"/>
              </a:rPr>
              <a:t>Every sensitive operation is measurable: actor, tenant, action, outcome, latency, and resource context.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Evaluation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How the implementation maps to a jury rubric.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Working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Authentication, document upload, RAG chat, citations, tenant dashboards, logs, and an interactive security demo.
Proof: local backend tests pass and the production frontend build generates 16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Security is visible and testable: out-of-domain refusal, tenant-scoped retrieval, 404 IDOR protection, and audit evidence.
Proof: the jury can trigger and inspect the denial.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Reusable company knowledge, faster support decisions, lower information risk, and a path to per-tenant SaaS pricing.
Model: charge per workspace, seats, storage, or usage.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Honest status: deployment verification, object storage, OCR, and formal migrations remain production follow-up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Data model and isolation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Tenant identity is carried through every relationship that contains private knowledge.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148840" cy="36118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783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Company workspace
Slug and quota
Admin membership
Owns all private records
Boundary: root of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554480"/>
            <a:ext cx="2148840" cy="36118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7190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1783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Email and password hash
Verified status
Role: admin/user
Belongs to one tenant
Boundary: JWT carries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554480"/>
            <a:ext cx="2148840" cy="36118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7190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48840"/>
            <a:ext cx="1783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Tenant-owned file
PENDING → READY
Parser metadata
Safe deletion boundary
Boundary: status gates retrieval.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554480"/>
            <a:ext cx="2148840" cy="36118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7190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148840"/>
            <a:ext cx="1783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Text segments
Embedding vectors
Page/source metadata
Tenant-scoped retrieval
Boundary: no global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554480"/>
            <a:ext cx="2148840" cy="36118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7190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148840"/>
            <a:ext cx="1783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Tenant-owned thread
Messages and citations
Audit-linked question
No cross-tenant joins
Boundary: history stays private.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Aptos"/>
              </a:rPr>
              <a:t>Security invariant: a valid resource ID is not sufficient; the authenticated tenant must also own the resource.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Request security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typical chat request is authorized before retrieval or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JWT
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User + role
loaded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2776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Tenant ID
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6984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Documents
filtered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Chunks
retrieved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19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399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Answer +
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96728" y="1920240"/>
            <a:ext cx="1371600" cy="150876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7" y="2084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7" y="251460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Audit
written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E5EDF7"/>
                </a:solidFill>
                <a:latin typeface="Aptos"/>
              </a:rPr>
              <a:t>Client input: question only. Tenant identity, ownership, and authorization are server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Aptos"/>
              </a:rPr>
              <a:t>Failure paths are explicit: 401 unauthenticated, 403 insufficient role, 404 hidden cross-tenant resource, or a grounded refusal.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Telegram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bot uses the same tenant-scoped backend concepts instead of creating a second data silo.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/start and login flow
Tenant-aware Telegram session
120-second sliding inactivity timeout
Session state persisted in the database
Behavior: activity refreshes the window; only inactivity expires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/chat
/documents
/upload
/conversations
/audits
/telemetry
Result: the bot exposes the same knowledge workflow through chat.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/settings
/setcompany
/setdomain
Admin-only settings changes
Friendly upload success/failure responses
Safety: failed processing does not expose internal exception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D4BF"/>
                </a:solidFill>
                <a:latin typeface="Aptos"/>
              </a:rPr>
              <a:t>Operational rule: every authenticated command refreshes activity; only inactivity expires the session.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Quality and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Evidence used to reduce regression risk before the jury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4747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Backend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Authentication and verification
Tenant authorization
Admin access
Document lifecycle
RAG citations
Telegram session expiry
Purpose: protect security and behavior regressions.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4747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Frontend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Production build
16 generated routes
Accessible labels and focus states
Responsive landing/auth flows
Reduced-motion support
Purpose: verify the jury-facing path builds cleanly.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47472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Operational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Health endpoint
Strict CORS defaults
Production reload disabled
Generic user-facing failures
Diff and presentation validation
Purpose: avoid demo-only configuration surprises.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D4BF"/>
                </a:solidFill>
                <a:latin typeface="Aptos"/>
              </a:rPr>
              <a:t>The demo separates verified behavior from roadmap items so the jury can evaluate the working MVP honestly.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Render deployment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repeatable path from the repository to a public demo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5EDF7"/>
                </a:solidFill>
                <a:latin typeface="Aptos"/>
              </a:rPr>
              <a:t>1  Create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Select the repository and apply render.yaml.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5EDF7"/>
                </a:solidFill>
                <a:latin typeface="Aptos"/>
              </a:rPr>
              <a:t>2  Configure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DATABASE_URL, SECRET_KEY, CORS_ORIGINS, SMTP, and Telegram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5EDF7"/>
                </a:solidFill>
                <a:latin typeface="Aptos"/>
              </a:rPr>
              <a:t>3  Seed and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Run the explicit jury seed command, then test health, login, upload, chat, and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54480"/>
            <a:ext cx="4754880" cy="338328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19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Production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4884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Frontend URL added to backend CORS
Managed PostgreSQL connected
Persistent file storage selected
SMTP delivery verified
Secrets stored in Render, not Git
Worker health and logs monitored
Smoke test: health → register → verify → login → upload → chat →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D4BF"/>
                </a:solidFill>
                <a:latin typeface="Aptos"/>
              </a:rPr>
              <a:t>Deployment is an operator-controlled step; no paid or irreversible action is performed by the application.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design acknowledges what can fail and how the platform responds.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Hallucination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Mitigation: tenant-scoped retrieval, grounded prompts, citations, and explicit out-of-domain refusal.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Data leakage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Mitigation: server-side tenant filters, hidden 404 responses, role guards, audit events, and IDOR simulation.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74720" cy="35204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64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Production scale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194560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Mitigation roadmap: Alembic migrations, object storage, async workers, OCR, rate limits, and managed observability.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D4BF"/>
                </a:solidFill>
                <a:latin typeface="Aptos"/>
              </a:rPr>
              <a:t>Security is treated as a product feature and an observable operating process, not a UI promise.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Jury questions: concise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Use this slide as a speaker prompt during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606040" cy="36576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Why multi-tenant?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 company assistant must be useful without mixing confidential workspaces. Tenant scope is enforced in backend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606040" cy="36576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Why RAG?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Company policies change. Retrieval grounds answers in the latest approved documents instead of model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54480"/>
            <a:ext cx="2606040" cy="36576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How do you prove security?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Run the IDOR simulator, observe 404 and zero leaked bytes, then inspect the audit event.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54480"/>
            <a:ext cx="2606040" cy="365760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19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What is next?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4884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Production migrations, storage, OCR, async processing, and verified Render rollout.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Aptos"/>
              </a:rPr>
              <a:t>Conclusion and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Secure foundations first; integrate only what can be verified.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tenantAI  |  jury presentation  | 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74720" cy="32918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Tenant-scoped FastAPI APIs, grounded RAG, OTP registration, dark-first auth UI, audit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2918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Complete Telegram account linking and 120-second session enforcement on a shared bot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474720" cy="3291840"/>
          </a:xfrm>
          <a:prstGeom prst="roundRect">
            <a:avLst/>
          </a:prstGeom>
          <a:solidFill>
            <a:srgbClr val="111A2D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2402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EDF7"/>
                </a:solidFill>
                <a:latin typeface="Aptos"/>
              </a:rPr>
              <a:t>Async workers, OCR, object storage, richer feedback/export, and managed deployment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Build trust into the architecture, then make the demo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