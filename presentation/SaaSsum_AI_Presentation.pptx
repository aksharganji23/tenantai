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tenantAI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Secure multi-tenant AI chatbot platform | Jury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5EDF7"/>
                </a:solidFill>
                <a:latin typeface="Aptos"/>
              </a:rPr>
              <a:t>Company knowledge, grounded answers, and tenant isolation in one workspace.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6324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DD4BF"/>
                </a:solidFill>
                <a:latin typeface="Aptos"/>
              </a:rPr>
              <a:t>FastAPI + SQLAlchemy + Next.js + tenant-scoped RAG + Telegram worker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ptos"/>
              </a:rPr>
              <a:t>Verified locally with tenant isolation, seeded jury data, frontend build, and backend tests.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Enterprise knowledge is valuable only when it is findable and isolated.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30175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Fragmented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Teams search across PDFs, manuals, and policies with no consistent answer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30175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Slow decisions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Manual document review consumes time and makes answers difficult to audit.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474720" cy="30175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Isolation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 shared retrieval layer can expose another company's private information.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A secure assistant for each company's own knowledge boundary.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3383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Register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Create a company workspace and verify the administrator email with a six-digit OTP.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3383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Retrieve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Search only READY documents belonging to the authenticated tenant.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3383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10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24028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Return grounded responses with document and page citations plus audit telemetry.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Shared backend and database; tenant identity is derived from authenticated state.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Next.js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Dark-first web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FastAPI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Auth, RBAC, tenant guards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SQLAlchemy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Shared relational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3252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Scoped retrieval + citations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49039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DD4BF"/>
                </a:solidFill>
                <a:latin typeface="Aptos"/>
              </a:rPr>
              <a:t>Frontend → API gateway → database and document storage → RAG engine → grounded response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5488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E5EDF7"/>
                </a:solidFill>
                <a:latin typeface="Aptos"/>
              </a:rPr>
              <a:t>All tenant-sensitive paths validate ownership server-side; frontend IDs are never trusted.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Workflow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Document Upload → File Validation → Extraction → Chunking → Embeddings → Tenant-Scoped Indexing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Upload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0552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0552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Validate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2424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75304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5304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Extract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37176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0056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0056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Chunk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1928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Embed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80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Index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71432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2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Retrieve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16184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99064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9064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148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5EDF7"/>
                </a:solidFill>
                <a:latin typeface="Aptos"/>
              </a:rPr>
              <a:t>Processing status is persisted as PENDING / PROCESSING / READY / FAILED with safe retry visibility.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Security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Verified identity and server-side scoping protect every workspace.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3375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Email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OTP is cryptographically random, hashed at rest, expires after five minutes, and is rate limited.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3375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Tenant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Documents, chunks, conversations, logs, and retrieval queries require the authenticated tenant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3375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Auditability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Login, upload, deletion, query, and cross-tenant probes are recorded for review.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Live jury demo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A concise, repeatable flow for proving value and isolation.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1  Register company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2  Verify OTP from SMTP or development 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3  Upload a PDF/TXT/MD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4  Ask a grounded question and inspect citations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5  Inspect audit telemetry and run the cross-tenant denial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DD4BF"/>
                </a:solidFill>
                <a:latin typeface="Aptos"/>
              </a:rPr>
              <a:t>6  Telegram: /login → /documents → /upload → /conversations → /audits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Deployment and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Production-minded configuration with an explicit operator checklist.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Render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Managed PostgreSQL, FastAPI web service, Next.js web service, and a dedicated Telegram background worker.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20 backend tests pass; frontend production build generates 16 routes; Telegram module compiles.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Hardening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Production reload disabled, strict environment-driven CORS, friendly upload errors, and cleanup of failed files.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Conclusion and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A secure foundation ready for a focused jury demonstration.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Implemented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OTP registration, tenant-scoped RAG, citations, audit telemetry, seeded jury data, accessible landing page, privacy and terms pages.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Connected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Telegram supports sliding inactivity sessions, chatbot questions, uploads, conversations, audits, and tenant-admin settings.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Scale next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Alembic migration history, object storage, async document workers, OCR, and production Render verification.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DD4BF"/>
                </a:solidFill>
                <a:latin typeface="Aptos"/>
              </a:rPr>
              <a:t>Build trust into the architecture, then make the demo visible.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