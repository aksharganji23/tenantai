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tenantAI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Secure multi-tenant AI knowledge platform |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5EDF7"/>
                </a:solidFill>
                <a:latin typeface="Aptos"/>
              </a:rPr>
              <a:t>Company knowledge, grounded answers, and tenant isolation in one workspace.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D4BF"/>
                </a:solidFill>
                <a:latin typeface="Aptos"/>
              </a:rPr>
              <a:t>FastAPI + SQLAlchemy + Next.js + tenant-scoped RAG + security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TriCity AI Hackathon | SaaSsum AI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Enterprise knowledge is valuable only when it is findable and isolated.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Fragmented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Teams search across PDFs, manuals, and policies with no consistent answer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Slow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Manual document review consumes time and makes answers difficult to audit.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Isolation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 shared retrieval layer can expose another company's private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secure assistant for each company's own knowledge boundary.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Create a company workspace and verify the administrator email with a six-digit OTP.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Retrieve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Search only READY documents belonging to the authenticated tenant.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Return grounded responses with document and page citations plus audit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Who benefits?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One platform supports several enterprise personas without mixing their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461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Company administrator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Creates the workspace, manages members, reviews usage, and monitors security 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461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Knowledge worker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Uploads approved material, asks natural-language questions, and reuses conversation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461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Platform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Uses SuperAdmin analytics, tenant summaries, quotas, and the live IDOR simulator.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864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Aptos"/>
              </a:rPr>
              <a:t>Value: faster answers, fewer repeated support questions, and evidence that each answer stayed inside the correct workspace.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Product surfaces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MVP is organized around the full knowledge-work lifecycle.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Registration
Email OTP verification
Verified login
JWT session
Role-based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Knowledge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PDF/TXT upload
File validation
Text extraction
Chunking
Document lifecycle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AI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Grounded chat
Similarity retrieval
Page citations
Conversation history
Out-of-domain refusal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00200"/>
            <a:ext cx="2606040" cy="35661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7647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194560"/>
            <a:ext cx="224028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Audit logs
Latency and token telemetry
Tenant quotas
Admin center
IDOR simulator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Shared backend and database; tenant identity is derived from authenticated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Dark-first 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Auth, RBAC, tenant guards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SQLAlchemy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Shared relational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Scoped retrieval + citations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DD4BF"/>
                </a:solidFill>
                <a:latin typeface="Aptos"/>
              </a:rPr>
              <a:t>Frontend → API gateway → database and document storage → RAG engine → grounded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5EDF7"/>
                </a:solidFill>
                <a:latin typeface="Aptos"/>
              </a:rPr>
              <a:t>All tenant-sensitive paths validate ownership server-side; frontend IDs are never trusted.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Workflow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Document Upload → File Validation → Extraction → Chunking → Embeddings → Tenant-Scoped Indexing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055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Validate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Extract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37176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0056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Chunk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Embed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Retrieve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1618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9906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906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5EDF7"/>
                </a:solidFill>
                <a:latin typeface="Aptos"/>
              </a:rPr>
              <a:t>Processing status is persisted as PENDING / PROCESSING / READY / FAILED with safe retry visibility.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Verified identity and server-side scoping protect every workspace.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Email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OTP is cryptographically random, hashed at rest, expires after five minutes, and is rate limited.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Tenant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Documents, chunks, conversations, logs, and retrieval queries require the authenticated tenant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Auditability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Login, upload, deletion, query, and cross-tenant probes are recorded for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Security proof: the IDOR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project demonstrates prevention, not only a security claim.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Aptos"/>
              </a:rPr>
              <a:t>Attacker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E5EDF7"/>
                </a:solidFill>
                <a:latin typeface="Aptos"/>
              </a:rPr>
              <a:t>GreenLeaf user attempts to fetch TechNova document ID #1.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Aptos"/>
              </a:rPr>
              <a:t>Server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5EDF7"/>
                </a:solidFill>
                <a:latin typeface="Aptos"/>
              </a:rPr>
              <a:t>JWT tenant identity overrides client-supplied IDs and applies tenant filters to the query.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Aptos"/>
              </a:rPr>
              <a:t>Observed 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116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5EDF7"/>
                </a:solidFill>
                <a:latin typeface="Aptos"/>
              </a:rPr>
              <a:t>HTTP 404
0 bytes leaked
cross_tenant_denied audit 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DD4BF"/>
                </a:solidFill>
                <a:latin typeface="Aptos"/>
              </a:rPr>
              <a:t>404 instead of 403 also avoids revealing whether another tenant's resource exists.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RAG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Answers are constrained by the verified workspace knowledge 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1. Retrieve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The query is embedded and compared against chunks from READY documents in the caller's tenant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2. 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Relevant chunks are passed as context to the response layer; unsupported claims are not treated as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3. Cite or refuse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The answer includes document/page evidence or explicitly refuses when the workspace has no support.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Aptos"/>
              </a:rPr>
              <a:t>Example: GreenLeaf can answer its 30-day return policy, but cannot answer TechNova's laptop warranty question.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Use real data and label anything not yet deployed.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1  Register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2  Verify OTP from SMTP or development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3  Upload a PDF/TXT/MD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4  Ask a grounded question and inspect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5  Register a second company and verify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Aptos"/>
              </a:rPr>
              <a:t>Optional follow-up: connect the same tenant-scoped APIs to a Telegram worker after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Demo credentials and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Use these legacy fixtures only for the jury walkthrough; do not use them in production.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TechNova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Admin: admin@technova.com
Password: DemoPass123!
Knowledge: UltraBook Pro X15 hardware manual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GreenLeaf Retail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Admin: admin@greenleaf.com
Password: DemoPass123!
Knowledge: customer refund and return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Best demo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Login as TechNova → ask a warranty question → switch to GreenLeaf → verify TechNova data is invisible → run the IDOR simulator.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Aptos"/>
              </a:rPr>
              <a:t>These accounts are presentation fixtures and intentionally remain unchanged by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Deployment and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Move from local proof to a repeatable production setup.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Local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Next.js at :3000
FastAPI at :8001
SQLite for zero-dependency development
Pytest for API and isolation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Production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Render frontend + backend
Managed PostgreSQL/pgvector
SMTP provider
Persistent object storage
Environment-managed secrets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2900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Release 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Health endpoint
Strict CORS
No development reload
Registration and OTP test
Tenant isolation regression test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API and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The platform exposes clear boundaries for UI, integrations, and operators.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Auth APIs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register
verify-email
resend-verification
login
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Knowledge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
upload
inspect/delete document
chat message
conversation history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4747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Operator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logs and telemetry
admin stats
tenant summaries
provision tenants
security 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DD4BF"/>
                </a:solidFill>
                <a:latin typeface="Aptos"/>
              </a:rPr>
              <a:t>Every sensitive operation is measurable: actor, tenant, action, outcome, latency, and resource context.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Evaluation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How the implementation maps to a jury rubric.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Working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Authentication, document upload, RAG chat, citations, tenant dashboards, logs, and an interactive security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Differentiation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Security is visible and testable: out-of-domain refusal, tenant-scoped retrieval, 404 IDOR protection, and audit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520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Reusable company knowledge, faster support decisions, lower information risk, and a path to per-tenant SaaS pricing.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Aptos"/>
              </a:rPr>
              <a:t>Honest status: deployment verification, object storage, OCR, and formal migrations remain production follow-up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Conclusion and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Secure foundations first; integrate only what can be verified.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Tenant-scoped FastAPI APIs, grounded RAG, OTP registration, dark-first auth UI, audit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Complete Telegram account linking and 120-second session enforcement on a shared bot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Async workers, OCR, object storage, richer feedback/export, and managed deployment verification.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DD4BF"/>
                </a:solidFill>
                <a:latin typeface="Aptos"/>
              </a:rPr>
              <a:t>Build trust into the architecture, then make the demo visible.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